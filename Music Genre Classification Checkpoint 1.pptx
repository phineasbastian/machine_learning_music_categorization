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57" r:id="rId3"/>
    <p:sldId id="261" r:id="rId4"/>
    <p:sldId id="263" r:id="rId5"/>
    <p:sldId id="266" r:id="rId6"/>
    <p:sldId id="265" r:id="rId7"/>
    <p:sldId id="267" r:id="rId8"/>
    <p:sldId id="268" r:id="rId9"/>
    <p:sldId id="269" r:id="rId10"/>
    <p:sldId id="271" r:id="rId11"/>
    <p:sldId id="270" r:id="rId12"/>
    <p:sldId id="262" r:id="rId13"/>
    <p:sldId id="272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3F618A6-2B66-4966-B1E9-384B2BFFF778}" v="357" dt="2026-03-09T14:09:19.374"/>
    <p1510:client id="{D5D84960-7D8B-DEE6-F1E8-5C079C3B8BBF}" v="108" dt="2026-03-09T14:16:56.34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86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ao, Toluwani I" userId="5a2783ac-4db0-4a69-b6bb-eb51845e9ade" providerId="ADAL" clId="{6E8F820F-DCCB-49FF-989D-BEE5C34A25CB}"/>
    <pc:docChg chg="undo redo custSel addSld delSld modSld sldOrd">
      <pc:chgData name="Alao, Toluwani I" userId="5a2783ac-4db0-4a69-b6bb-eb51845e9ade" providerId="ADAL" clId="{6E8F820F-DCCB-49FF-989D-BEE5C34A25CB}" dt="2026-03-09T14:09:19.374" v="415" actId="1076"/>
      <pc:docMkLst>
        <pc:docMk/>
      </pc:docMkLst>
      <pc:sldChg chg="addSp delSp modSp new mod">
        <pc:chgData name="Alao, Toluwani I" userId="5a2783ac-4db0-4a69-b6bb-eb51845e9ade" providerId="ADAL" clId="{6E8F820F-DCCB-49FF-989D-BEE5C34A25CB}" dt="2026-03-09T13:45:52.101" v="80" actId="1076"/>
        <pc:sldMkLst>
          <pc:docMk/>
          <pc:sldMk cId="29232944" sldId="261"/>
        </pc:sldMkLst>
        <pc:spChg chg="mod">
          <ac:chgData name="Alao, Toluwani I" userId="5a2783ac-4db0-4a69-b6bb-eb51845e9ade" providerId="ADAL" clId="{6E8F820F-DCCB-49FF-989D-BEE5C34A25CB}" dt="2026-03-09T13:45:35.875" v="77" actId="1076"/>
          <ac:spMkLst>
            <pc:docMk/>
            <pc:sldMk cId="29232944" sldId="261"/>
            <ac:spMk id="2" creationId="{21DEA6AE-95FE-ACB0-04EB-175D3DAEE17C}"/>
          </ac:spMkLst>
        </pc:spChg>
        <pc:spChg chg="del mod">
          <ac:chgData name="Alao, Toluwani I" userId="5a2783ac-4db0-4a69-b6bb-eb51845e9ade" providerId="ADAL" clId="{6E8F820F-DCCB-49FF-989D-BEE5C34A25CB}" dt="2026-03-09T13:38:53.100" v="17" actId="3680"/>
          <ac:spMkLst>
            <pc:docMk/>
            <pc:sldMk cId="29232944" sldId="261"/>
            <ac:spMk id="3" creationId="{F8984B08-59D5-1AB8-1E99-8FEEA36EFCFB}"/>
          </ac:spMkLst>
        </pc:spChg>
        <pc:graphicFrameChg chg="add mod ord modGraphic">
          <ac:chgData name="Alao, Toluwani I" userId="5a2783ac-4db0-4a69-b6bb-eb51845e9ade" providerId="ADAL" clId="{6E8F820F-DCCB-49FF-989D-BEE5C34A25CB}" dt="2026-03-09T13:45:52.101" v="80" actId="1076"/>
          <ac:graphicFrameMkLst>
            <pc:docMk/>
            <pc:sldMk cId="29232944" sldId="261"/>
            <ac:graphicFrameMk id="4" creationId="{D3A3B3FC-4B64-F7C5-55F0-71615504636C}"/>
          </ac:graphicFrameMkLst>
        </pc:graphicFrameChg>
      </pc:sldChg>
      <pc:sldChg chg="addSp delSp modSp new mod">
        <pc:chgData name="Alao, Toluwani I" userId="5a2783ac-4db0-4a69-b6bb-eb51845e9ade" providerId="ADAL" clId="{6E8F820F-DCCB-49FF-989D-BEE5C34A25CB}" dt="2026-03-09T13:55:55.567" v="275" actId="403"/>
        <pc:sldMkLst>
          <pc:docMk/>
          <pc:sldMk cId="2255739937" sldId="263"/>
        </pc:sldMkLst>
        <pc:spChg chg="mod">
          <ac:chgData name="Alao, Toluwani I" userId="5a2783ac-4db0-4a69-b6bb-eb51845e9ade" providerId="ADAL" clId="{6E8F820F-DCCB-49FF-989D-BEE5C34A25CB}" dt="2026-03-09T13:54:27.329" v="190" actId="20577"/>
          <ac:spMkLst>
            <pc:docMk/>
            <pc:sldMk cId="2255739937" sldId="263"/>
            <ac:spMk id="2" creationId="{876739E0-7A80-A9CE-52B6-CD5E73605E78}"/>
          </ac:spMkLst>
        </pc:spChg>
        <pc:spChg chg="add del mod">
          <ac:chgData name="Alao, Toluwani I" userId="5a2783ac-4db0-4a69-b6bb-eb51845e9ade" providerId="ADAL" clId="{6E8F820F-DCCB-49FF-989D-BEE5C34A25CB}" dt="2026-03-09T13:55:55.567" v="275" actId="403"/>
          <ac:spMkLst>
            <pc:docMk/>
            <pc:sldMk cId="2255739937" sldId="263"/>
            <ac:spMk id="3" creationId="{A0433551-0B7E-7977-B67F-9385260477CE}"/>
          </ac:spMkLst>
        </pc:spChg>
        <pc:picChg chg="add del mod ord">
          <ac:chgData name="Alao, Toluwani I" userId="5a2783ac-4db0-4a69-b6bb-eb51845e9ade" providerId="ADAL" clId="{6E8F820F-DCCB-49FF-989D-BEE5C34A25CB}" dt="2026-03-09T13:52:24.651" v="100" actId="22"/>
          <ac:picMkLst>
            <pc:docMk/>
            <pc:sldMk cId="2255739937" sldId="263"/>
            <ac:picMk id="5" creationId="{91C20AB4-1D72-20F0-A707-0D53F6F39574}"/>
          </ac:picMkLst>
        </pc:picChg>
      </pc:sldChg>
      <pc:sldChg chg="addSp delSp modSp add del mod ord setBg">
        <pc:chgData name="Alao, Toluwani I" userId="5a2783ac-4db0-4a69-b6bb-eb51845e9ade" providerId="ADAL" clId="{6E8F820F-DCCB-49FF-989D-BEE5C34A25CB}" dt="2026-03-09T13:55:40.581" v="268" actId="47"/>
        <pc:sldMkLst>
          <pc:docMk/>
          <pc:sldMk cId="3793570777" sldId="264"/>
        </pc:sldMkLst>
        <pc:spChg chg="mod">
          <ac:chgData name="Alao, Toluwani I" userId="5a2783ac-4db0-4a69-b6bb-eb51845e9ade" providerId="ADAL" clId="{6E8F820F-DCCB-49FF-989D-BEE5C34A25CB}" dt="2026-03-09T13:53:28.774" v="163" actId="26606"/>
          <ac:spMkLst>
            <pc:docMk/>
            <pc:sldMk cId="3793570777" sldId="264"/>
            <ac:spMk id="2" creationId="{BBAE2115-512D-E249-F7EC-862C945B10F7}"/>
          </ac:spMkLst>
        </pc:spChg>
        <pc:spChg chg="del">
          <ac:chgData name="Alao, Toluwani I" userId="5a2783ac-4db0-4a69-b6bb-eb51845e9ade" providerId="ADAL" clId="{6E8F820F-DCCB-49FF-989D-BEE5C34A25CB}" dt="2026-03-09T13:52:29.270" v="102" actId="22"/>
          <ac:spMkLst>
            <pc:docMk/>
            <pc:sldMk cId="3793570777" sldId="264"/>
            <ac:spMk id="3" creationId="{FC4A917A-8F5A-A3AA-C74E-E3A36881783F}"/>
          </ac:spMkLst>
        </pc:spChg>
        <pc:spChg chg="add del">
          <ac:chgData name="Alao, Toluwani I" userId="5a2783ac-4db0-4a69-b6bb-eb51845e9ade" providerId="ADAL" clId="{6E8F820F-DCCB-49FF-989D-BEE5C34A25CB}" dt="2026-03-09T13:53:28.774" v="163" actId="26606"/>
          <ac:spMkLst>
            <pc:docMk/>
            <pc:sldMk cId="3793570777" sldId="264"/>
            <ac:spMk id="10" creationId="{5D5E0904-721C-4D68-9EB8-1C9752E329A7}"/>
          </ac:spMkLst>
        </pc:spChg>
        <pc:spChg chg="add del">
          <ac:chgData name="Alao, Toluwani I" userId="5a2783ac-4db0-4a69-b6bb-eb51845e9ade" providerId="ADAL" clId="{6E8F820F-DCCB-49FF-989D-BEE5C34A25CB}" dt="2026-03-09T13:53:28.774" v="163" actId="26606"/>
          <ac:spMkLst>
            <pc:docMk/>
            <pc:sldMk cId="3793570777" sldId="264"/>
            <ac:spMk id="12" creationId="{D0CDF5D3-7220-42A0-9D37-ECF3BF283B37}"/>
          </ac:spMkLst>
        </pc:spChg>
        <pc:spChg chg="add del">
          <ac:chgData name="Alao, Toluwani I" userId="5a2783ac-4db0-4a69-b6bb-eb51845e9ade" providerId="ADAL" clId="{6E8F820F-DCCB-49FF-989D-BEE5C34A25CB}" dt="2026-03-09T13:53:28.774" v="163" actId="26606"/>
          <ac:spMkLst>
            <pc:docMk/>
            <pc:sldMk cId="3793570777" sldId="264"/>
            <ac:spMk id="14" creationId="{64BC717F-58B3-4A4E-BC3B-1B11323AD5C9}"/>
          </ac:spMkLst>
        </pc:spChg>
        <pc:spChg chg="add del">
          <ac:chgData name="Alao, Toluwani I" userId="5a2783ac-4db0-4a69-b6bb-eb51845e9ade" providerId="ADAL" clId="{6E8F820F-DCCB-49FF-989D-BEE5C34A25CB}" dt="2026-03-09T13:53:28.774" v="163" actId="26606"/>
          <ac:spMkLst>
            <pc:docMk/>
            <pc:sldMk cId="3793570777" sldId="264"/>
            <ac:spMk id="16" creationId="{1EE75710-64C5-4CA8-8A7C-82EE4125C90D}"/>
          </ac:spMkLst>
        </pc:spChg>
        <pc:spChg chg="add">
          <ac:chgData name="Alao, Toluwani I" userId="5a2783ac-4db0-4a69-b6bb-eb51845e9ade" providerId="ADAL" clId="{6E8F820F-DCCB-49FF-989D-BEE5C34A25CB}" dt="2026-03-09T13:52:35.857" v="103" actId="26606"/>
          <ac:spMkLst>
            <pc:docMk/>
            <pc:sldMk cId="3793570777" sldId="264"/>
            <ac:spMk id="18" creationId="{435050B1-74E1-4A81-923D-0F5971A3BC01}"/>
          </ac:spMkLst>
        </pc:spChg>
        <pc:spChg chg="add">
          <ac:chgData name="Alao, Toluwani I" userId="5a2783ac-4db0-4a69-b6bb-eb51845e9ade" providerId="ADAL" clId="{6E8F820F-DCCB-49FF-989D-BEE5C34A25CB}" dt="2026-03-09T13:53:28.774" v="163" actId="26606"/>
          <ac:spMkLst>
            <pc:docMk/>
            <pc:sldMk cId="3793570777" sldId="264"/>
            <ac:spMk id="23" creationId="{5D5E0904-721C-4D68-9EB8-1C9752E329A7}"/>
          </ac:spMkLst>
        </pc:spChg>
        <pc:spChg chg="add">
          <ac:chgData name="Alao, Toluwani I" userId="5a2783ac-4db0-4a69-b6bb-eb51845e9ade" providerId="ADAL" clId="{6E8F820F-DCCB-49FF-989D-BEE5C34A25CB}" dt="2026-03-09T13:53:28.774" v="163" actId="26606"/>
          <ac:spMkLst>
            <pc:docMk/>
            <pc:sldMk cId="3793570777" sldId="264"/>
            <ac:spMk id="25" creationId="{D0CDF5D3-7220-42A0-9D37-ECF3BF283B37}"/>
          </ac:spMkLst>
        </pc:spChg>
        <pc:spChg chg="add">
          <ac:chgData name="Alao, Toluwani I" userId="5a2783ac-4db0-4a69-b6bb-eb51845e9ade" providerId="ADAL" clId="{6E8F820F-DCCB-49FF-989D-BEE5C34A25CB}" dt="2026-03-09T13:53:28.774" v="163" actId="26606"/>
          <ac:spMkLst>
            <pc:docMk/>
            <pc:sldMk cId="3793570777" sldId="264"/>
            <ac:spMk id="27" creationId="{64BC717F-58B3-4A4E-BC3B-1B11323AD5C9}"/>
          </ac:spMkLst>
        </pc:spChg>
        <pc:spChg chg="add">
          <ac:chgData name="Alao, Toluwani I" userId="5a2783ac-4db0-4a69-b6bb-eb51845e9ade" providerId="ADAL" clId="{6E8F820F-DCCB-49FF-989D-BEE5C34A25CB}" dt="2026-03-09T13:53:28.774" v="163" actId="26606"/>
          <ac:spMkLst>
            <pc:docMk/>
            <pc:sldMk cId="3793570777" sldId="264"/>
            <ac:spMk id="29" creationId="{1EE75710-64C5-4CA8-8A7C-82EE4125C90D}"/>
          </ac:spMkLst>
        </pc:spChg>
        <pc:spChg chg="add">
          <ac:chgData name="Alao, Toluwani I" userId="5a2783ac-4db0-4a69-b6bb-eb51845e9ade" providerId="ADAL" clId="{6E8F820F-DCCB-49FF-989D-BEE5C34A25CB}" dt="2026-03-09T13:53:28.774" v="163" actId="26606"/>
          <ac:spMkLst>
            <pc:docMk/>
            <pc:sldMk cId="3793570777" sldId="264"/>
            <ac:spMk id="31" creationId="{435050B1-74E1-4A81-923D-0F5971A3BC01}"/>
          </ac:spMkLst>
        </pc:spChg>
        <pc:picChg chg="add mod ord">
          <ac:chgData name="Alao, Toluwani I" userId="5a2783ac-4db0-4a69-b6bb-eb51845e9ade" providerId="ADAL" clId="{6E8F820F-DCCB-49FF-989D-BEE5C34A25CB}" dt="2026-03-09T13:53:14.330" v="162" actId="14100"/>
          <ac:picMkLst>
            <pc:docMk/>
            <pc:sldMk cId="3793570777" sldId="264"/>
            <ac:picMk id="5" creationId="{A87928D1-2C3B-CCA2-BC9E-64CE5E5AFF48}"/>
          </ac:picMkLst>
        </pc:picChg>
      </pc:sldChg>
      <pc:sldChg chg="modSp add mod">
        <pc:chgData name="Alao, Toluwani I" userId="5a2783ac-4db0-4a69-b6bb-eb51845e9ade" providerId="ADAL" clId="{6E8F820F-DCCB-49FF-989D-BEE5C34A25CB}" dt="2026-03-09T14:01:03.111" v="343" actId="1076"/>
        <pc:sldMkLst>
          <pc:docMk/>
          <pc:sldMk cId="3100319028" sldId="265"/>
        </pc:sldMkLst>
        <pc:spChg chg="mod">
          <ac:chgData name="Alao, Toluwani I" userId="5a2783ac-4db0-4a69-b6bb-eb51845e9ade" providerId="ADAL" clId="{6E8F820F-DCCB-49FF-989D-BEE5C34A25CB}" dt="2026-03-09T14:01:00.625" v="342" actId="1076"/>
          <ac:spMkLst>
            <pc:docMk/>
            <pc:sldMk cId="3100319028" sldId="265"/>
            <ac:spMk id="2" creationId="{4B1C7ECE-8A95-9CFE-9EC5-3040110F6E05}"/>
          </ac:spMkLst>
        </pc:spChg>
        <pc:spChg chg="mod">
          <ac:chgData name="Alao, Toluwani I" userId="5a2783ac-4db0-4a69-b6bb-eb51845e9ade" providerId="ADAL" clId="{6E8F820F-DCCB-49FF-989D-BEE5C34A25CB}" dt="2026-03-09T14:01:03.111" v="343" actId="1076"/>
          <ac:spMkLst>
            <pc:docMk/>
            <pc:sldMk cId="3100319028" sldId="265"/>
            <ac:spMk id="3" creationId="{22E18225-EB3F-3FCB-84BB-CB8AF9858430}"/>
          </ac:spMkLst>
        </pc:spChg>
      </pc:sldChg>
      <pc:sldChg chg="addSp delSp modSp add mod ord setBg">
        <pc:chgData name="Alao, Toluwani I" userId="5a2783ac-4db0-4a69-b6bb-eb51845e9ade" providerId="ADAL" clId="{6E8F820F-DCCB-49FF-989D-BEE5C34A25CB}" dt="2026-03-09T13:55:38.075" v="267" actId="20577"/>
        <pc:sldMkLst>
          <pc:docMk/>
          <pc:sldMk cId="1113060710" sldId="266"/>
        </pc:sldMkLst>
        <pc:spChg chg="mod">
          <ac:chgData name="Alao, Toluwani I" userId="5a2783ac-4db0-4a69-b6bb-eb51845e9ade" providerId="ADAL" clId="{6E8F820F-DCCB-49FF-989D-BEE5C34A25CB}" dt="2026-03-09T13:55:38.075" v="267" actId="20577"/>
          <ac:spMkLst>
            <pc:docMk/>
            <pc:sldMk cId="1113060710" sldId="266"/>
            <ac:spMk id="2" creationId="{97FFB768-9A4B-4C93-FEC9-919E4A3B6236}"/>
          </ac:spMkLst>
        </pc:spChg>
        <pc:spChg chg="del">
          <ac:chgData name="Alao, Toluwani I" userId="5a2783ac-4db0-4a69-b6bb-eb51845e9ade" providerId="ADAL" clId="{6E8F820F-DCCB-49FF-989D-BEE5C34A25CB}" dt="2026-03-09T13:54:40.751" v="195"/>
          <ac:spMkLst>
            <pc:docMk/>
            <pc:sldMk cId="1113060710" sldId="266"/>
            <ac:spMk id="3" creationId="{7A81030B-3037-A817-8AD1-11068513B187}"/>
          </ac:spMkLst>
        </pc:spChg>
        <pc:spChg chg="add">
          <ac:chgData name="Alao, Toluwani I" userId="5a2783ac-4db0-4a69-b6bb-eb51845e9ade" providerId="ADAL" clId="{6E8F820F-DCCB-49FF-989D-BEE5C34A25CB}" dt="2026-03-09T13:54:44.095" v="196" actId="26606"/>
          <ac:spMkLst>
            <pc:docMk/>
            <pc:sldMk cId="1113060710" sldId="266"/>
            <ac:spMk id="9" creationId="{5D5E0904-721C-4D68-9EB8-1C9752E329A7}"/>
          </ac:spMkLst>
        </pc:spChg>
        <pc:spChg chg="add">
          <ac:chgData name="Alao, Toluwani I" userId="5a2783ac-4db0-4a69-b6bb-eb51845e9ade" providerId="ADAL" clId="{6E8F820F-DCCB-49FF-989D-BEE5C34A25CB}" dt="2026-03-09T13:54:44.095" v="196" actId="26606"/>
          <ac:spMkLst>
            <pc:docMk/>
            <pc:sldMk cId="1113060710" sldId="266"/>
            <ac:spMk id="11" creationId="{D0CDF5D3-7220-42A0-9D37-ECF3BF283B37}"/>
          </ac:spMkLst>
        </pc:spChg>
        <pc:spChg chg="add">
          <ac:chgData name="Alao, Toluwani I" userId="5a2783ac-4db0-4a69-b6bb-eb51845e9ade" providerId="ADAL" clId="{6E8F820F-DCCB-49FF-989D-BEE5C34A25CB}" dt="2026-03-09T13:54:44.095" v="196" actId="26606"/>
          <ac:spMkLst>
            <pc:docMk/>
            <pc:sldMk cId="1113060710" sldId="266"/>
            <ac:spMk id="13" creationId="{64BC717F-58B3-4A4E-BC3B-1B11323AD5C9}"/>
          </ac:spMkLst>
        </pc:spChg>
        <pc:spChg chg="add">
          <ac:chgData name="Alao, Toluwani I" userId="5a2783ac-4db0-4a69-b6bb-eb51845e9ade" providerId="ADAL" clId="{6E8F820F-DCCB-49FF-989D-BEE5C34A25CB}" dt="2026-03-09T13:54:44.095" v="196" actId="26606"/>
          <ac:spMkLst>
            <pc:docMk/>
            <pc:sldMk cId="1113060710" sldId="266"/>
            <ac:spMk id="15" creationId="{1EE75710-64C5-4CA8-8A7C-82EE4125C90D}"/>
          </ac:spMkLst>
        </pc:spChg>
        <pc:spChg chg="add">
          <ac:chgData name="Alao, Toluwani I" userId="5a2783ac-4db0-4a69-b6bb-eb51845e9ade" providerId="ADAL" clId="{6E8F820F-DCCB-49FF-989D-BEE5C34A25CB}" dt="2026-03-09T13:54:44.095" v="196" actId="26606"/>
          <ac:spMkLst>
            <pc:docMk/>
            <pc:sldMk cId="1113060710" sldId="266"/>
            <ac:spMk id="17" creationId="{435050B1-74E1-4A81-923D-0F5971A3BC01}"/>
          </ac:spMkLst>
        </pc:spChg>
        <pc:picChg chg="add mod">
          <ac:chgData name="Alao, Toluwani I" userId="5a2783ac-4db0-4a69-b6bb-eb51845e9ade" providerId="ADAL" clId="{6E8F820F-DCCB-49FF-989D-BEE5C34A25CB}" dt="2026-03-09T13:54:44.095" v="196" actId="26606"/>
          <ac:picMkLst>
            <pc:docMk/>
            <pc:sldMk cId="1113060710" sldId="266"/>
            <ac:picMk id="4" creationId="{B6276517-7512-F9A6-9BDF-E3FE9005BA34}"/>
          </ac:picMkLst>
        </pc:picChg>
      </pc:sldChg>
      <pc:sldChg chg="modSp new mod">
        <pc:chgData name="Alao, Toluwani I" userId="5a2783ac-4db0-4a69-b6bb-eb51845e9ade" providerId="ADAL" clId="{6E8F820F-DCCB-49FF-989D-BEE5C34A25CB}" dt="2026-03-09T14:01:58.662" v="368" actId="403"/>
        <pc:sldMkLst>
          <pc:docMk/>
          <pc:sldMk cId="3281728506" sldId="267"/>
        </pc:sldMkLst>
        <pc:spChg chg="mod">
          <ac:chgData name="Alao, Toluwani I" userId="5a2783ac-4db0-4a69-b6bb-eb51845e9ade" providerId="ADAL" clId="{6E8F820F-DCCB-49FF-989D-BEE5C34A25CB}" dt="2026-03-09T14:01:12.740" v="344" actId="113"/>
          <ac:spMkLst>
            <pc:docMk/>
            <pc:sldMk cId="3281728506" sldId="267"/>
            <ac:spMk id="2" creationId="{B3E69482-EAF5-1DB0-FFD2-D0CFA9FED63D}"/>
          </ac:spMkLst>
        </pc:spChg>
        <pc:spChg chg="mod">
          <ac:chgData name="Alao, Toluwani I" userId="5a2783ac-4db0-4a69-b6bb-eb51845e9ade" providerId="ADAL" clId="{6E8F820F-DCCB-49FF-989D-BEE5C34A25CB}" dt="2026-03-09T14:01:58.662" v="368" actId="403"/>
          <ac:spMkLst>
            <pc:docMk/>
            <pc:sldMk cId="3281728506" sldId="267"/>
            <ac:spMk id="3" creationId="{CFC18178-0583-626C-9768-9D45F0BE7112}"/>
          </ac:spMkLst>
        </pc:spChg>
      </pc:sldChg>
      <pc:sldChg chg="modSp new mod">
        <pc:chgData name="Alao, Toluwani I" userId="5a2783ac-4db0-4a69-b6bb-eb51845e9ade" providerId="ADAL" clId="{6E8F820F-DCCB-49FF-989D-BEE5C34A25CB}" dt="2026-03-09T14:02:35.587" v="376" actId="20577"/>
        <pc:sldMkLst>
          <pc:docMk/>
          <pc:sldMk cId="944607692" sldId="268"/>
        </pc:sldMkLst>
        <pc:spChg chg="mod">
          <ac:chgData name="Alao, Toluwani I" userId="5a2783ac-4db0-4a69-b6bb-eb51845e9ade" providerId="ADAL" clId="{6E8F820F-DCCB-49FF-989D-BEE5C34A25CB}" dt="2026-03-09T14:02:35.587" v="376" actId="20577"/>
          <ac:spMkLst>
            <pc:docMk/>
            <pc:sldMk cId="944607692" sldId="268"/>
            <ac:spMk id="2" creationId="{DAA74BF5-B4C3-B41C-4F8F-BD3B604AED26}"/>
          </ac:spMkLst>
        </pc:spChg>
        <pc:spChg chg="mod">
          <ac:chgData name="Alao, Toluwani I" userId="5a2783ac-4db0-4a69-b6bb-eb51845e9ade" providerId="ADAL" clId="{6E8F820F-DCCB-49FF-989D-BEE5C34A25CB}" dt="2026-03-09T14:02:24.250" v="374" actId="113"/>
          <ac:spMkLst>
            <pc:docMk/>
            <pc:sldMk cId="944607692" sldId="268"/>
            <ac:spMk id="3" creationId="{7C40828C-7392-DC27-B240-F0BC8932E42A}"/>
          </ac:spMkLst>
        </pc:spChg>
      </pc:sldChg>
      <pc:sldChg chg="addSp delSp modSp new mod setBg">
        <pc:chgData name="Alao, Toluwani I" userId="5a2783ac-4db0-4a69-b6bb-eb51845e9ade" providerId="ADAL" clId="{6E8F820F-DCCB-49FF-989D-BEE5C34A25CB}" dt="2026-03-09T14:04:19.247" v="378" actId="26606"/>
        <pc:sldMkLst>
          <pc:docMk/>
          <pc:sldMk cId="3189031905" sldId="269"/>
        </pc:sldMkLst>
        <pc:spChg chg="del">
          <ac:chgData name="Alao, Toluwani I" userId="5a2783ac-4db0-4a69-b6bb-eb51845e9ade" providerId="ADAL" clId="{6E8F820F-DCCB-49FF-989D-BEE5C34A25CB}" dt="2026-03-09T14:04:19.247" v="378" actId="26606"/>
          <ac:spMkLst>
            <pc:docMk/>
            <pc:sldMk cId="3189031905" sldId="269"/>
            <ac:spMk id="2" creationId="{6BF3A5D3-6283-32EC-D6B6-3642A18A8391}"/>
          </ac:spMkLst>
        </pc:spChg>
        <pc:spChg chg="del">
          <ac:chgData name="Alao, Toluwani I" userId="5a2783ac-4db0-4a69-b6bb-eb51845e9ade" providerId="ADAL" clId="{6E8F820F-DCCB-49FF-989D-BEE5C34A25CB}" dt="2026-03-09T14:04:19.247" v="378" actId="26606"/>
          <ac:spMkLst>
            <pc:docMk/>
            <pc:sldMk cId="3189031905" sldId="269"/>
            <ac:spMk id="3" creationId="{16596D78-46B5-19D1-D3F9-17858AE459E5}"/>
          </ac:spMkLst>
        </pc:spChg>
        <pc:spChg chg="add">
          <ac:chgData name="Alao, Toluwani I" userId="5a2783ac-4db0-4a69-b6bb-eb51845e9ade" providerId="ADAL" clId="{6E8F820F-DCCB-49FF-989D-BEE5C34A25CB}" dt="2026-03-09T14:04:19.247" v="378" actId="26606"/>
          <ac:spMkLst>
            <pc:docMk/>
            <pc:sldMk cId="3189031905" sldId="269"/>
            <ac:spMk id="10" creationId="{0E99ED6D-365F-4CAE-942F-ECA78F74BD7F}"/>
          </ac:spMkLst>
        </pc:spChg>
        <pc:spChg chg="add">
          <ac:chgData name="Alao, Toluwani I" userId="5a2783ac-4db0-4a69-b6bb-eb51845e9ade" providerId="ADAL" clId="{6E8F820F-DCCB-49FF-989D-BEE5C34A25CB}" dt="2026-03-09T14:04:19.247" v="378" actId="26606"/>
          <ac:spMkLst>
            <pc:docMk/>
            <pc:sldMk cId="3189031905" sldId="269"/>
            <ac:spMk id="12" creationId="{CD0FF873-0D97-4AE7-A97E-539910376DCF}"/>
          </ac:spMkLst>
        </pc:spChg>
        <pc:picChg chg="add mod">
          <ac:chgData name="Alao, Toluwani I" userId="5a2783ac-4db0-4a69-b6bb-eb51845e9ade" providerId="ADAL" clId="{6E8F820F-DCCB-49FF-989D-BEE5C34A25CB}" dt="2026-03-09T14:04:19.247" v="378" actId="26606"/>
          <ac:picMkLst>
            <pc:docMk/>
            <pc:sldMk cId="3189031905" sldId="269"/>
            <ac:picMk id="5" creationId="{812E1BC2-BD8C-AB68-3D9A-E46D016B7057}"/>
          </ac:picMkLst>
        </pc:picChg>
      </pc:sldChg>
      <pc:sldChg chg="addSp delSp modSp add mod">
        <pc:chgData name="Alao, Toluwani I" userId="5a2783ac-4db0-4a69-b6bb-eb51845e9ade" providerId="ADAL" clId="{6E8F820F-DCCB-49FF-989D-BEE5C34A25CB}" dt="2026-03-09T14:09:19.374" v="415" actId="1076"/>
        <pc:sldMkLst>
          <pc:docMk/>
          <pc:sldMk cId="204332754" sldId="270"/>
        </pc:sldMkLst>
        <pc:spChg chg="mod">
          <ac:chgData name="Alao, Toluwani I" userId="5a2783ac-4db0-4a69-b6bb-eb51845e9ade" providerId="ADAL" clId="{6E8F820F-DCCB-49FF-989D-BEE5C34A25CB}" dt="2026-03-09T14:09:19.374" v="415" actId="1076"/>
          <ac:spMkLst>
            <pc:docMk/>
            <pc:sldMk cId="204332754" sldId="270"/>
            <ac:spMk id="2" creationId="{7A981E1F-2942-E38C-89FC-9A89DC31AD91}"/>
          </ac:spMkLst>
        </pc:spChg>
        <pc:spChg chg="add del mod">
          <ac:chgData name="Alao, Toluwani I" userId="5a2783ac-4db0-4a69-b6bb-eb51845e9ade" providerId="ADAL" clId="{6E8F820F-DCCB-49FF-989D-BEE5C34A25CB}" dt="2026-03-09T14:08:39.854" v="400"/>
          <ac:spMkLst>
            <pc:docMk/>
            <pc:sldMk cId="204332754" sldId="270"/>
            <ac:spMk id="3" creationId="{F7979CD2-3EFF-7FD1-ADA5-A061D3CEA3BF}"/>
          </ac:spMkLst>
        </pc:spChg>
        <pc:spChg chg="add mod">
          <ac:chgData name="Alao, Toluwani I" userId="5a2783ac-4db0-4a69-b6bb-eb51845e9ade" providerId="ADAL" clId="{6E8F820F-DCCB-49FF-989D-BEE5C34A25CB}" dt="2026-03-09T14:08:36.085" v="397"/>
          <ac:spMkLst>
            <pc:docMk/>
            <pc:sldMk cId="204332754" sldId="270"/>
            <ac:spMk id="4" creationId="{502AD518-1910-8B48-636F-CDAD0319E93F}"/>
          </ac:spMkLst>
        </pc:spChg>
        <pc:spChg chg="add mod">
          <ac:chgData name="Alao, Toluwani I" userId="5a2783ac-4db0-4a69-b6bb-eb51845e9ade" providerId="ADAL" clId="{6E8F820F-DCCB-49FF-989D-BEE5C34A25CB}" dt="2026-03-09T14:08:37.900" v="399"/>
          <ac:spMkLst>
            <pc:docMk/>
            <pc:sldMk cId="204332754" sldId="270"/>
            <ac:spMk id="5" creationId="{C06001A2-E585-E159-8563-D75345F53B64}"/>
          </ac:spMkLst>
        </pc:spChg>
        <pc:spChg chg="add del mod">
          <ac:chgData name="Alao, Toluwani I" userId="5a2783ac-4db0-4a69-b6bb-eb51845e9ade" providerId="ADAL" clId="{6E8F820F-DCCB-49FF-989D-BEE5C34A25CB}" dt="2026-03-09T14:08:54.865" v="410" actId="478"/>
          <ac:spMkLst>
            <pc:docMk/>
            <pc:sldMk cId="204332754" sldId="270"/>
            <ac:spMk id="6" creationId="{107D9A10-3F4D-7D1C-4539-10C0E3BF34B3}"/>
          </ac:spMkLst>
        </pc:spChg>
        <pc:spChg chg="add del mod">
          <ac:chgData name="Alao, Toluwani I" userId="5a2783ac-4db0-4a69-b6bb-eb51845e9ade" providerId="ADAL" clId="{6E8F820F-DCCB-49FF-989D-BEE5C34A25CB}" dt="2026-03-09T14:09:05.032" v="411"/>
          <ac:spMkLst>
            <pc:docMk/>
            <pc:sldMk cId="204332754" sldId="270"/>
            <ac:spMk id="7" creationId="{052543ED-B28B-3316-90EB-847024C76448}"/>
          </ac:spMkLst>
        </pc:spChg>
        <pc:spChg chg="add del mod">
          <ac:chgData name="Alao, Toluwani I" userId="5a2783ac-4db0-4a69-b6bb-eb51845e9ade" providerId="ADAL" clId="{6E8F820F-DCCB-49FF-989D-BEE5C34A25CB}" dt="2026-03-09T14:09:15.803" v="414" actId="478"/>
          <ac:spMkLst>
            <pc:docMk/>
            <pc:sldMk cId="204332754" sldId="270"/>
            <ac:spMk id="8" creationId="{A7DC9AA7-2567-7CBC-BABA-C6D719D27147}"/>
          </ac:spMkLst>
        </pc:spChg>
        <pc:spChg chg="add mod">
          <ac:chgData name="Alao, Toluwani I" userId="5a2783ac-4db0-4a69-b6bb-eb51845e9ade" providerId="ADAL" clId="{6E8F820F-DCCB-49FF-989D-BEE5C34A25CB}" dt="2026-03-09T14:09:15.803" v="414" actId="478"/>
          <ac:spMkLst>
            <pc:docMk/>
            <pc:sldMk cId="204332754" sldId="270"/>
            <ac:spMk id="9" creationId="{BAE93E3B-69BD-45AE-88CB-00B771C55052}"/>
          </ac:spMkLst>
        </pc:spChg>
      </pc:sldChg>
      <pc:sldChg chg="addSp delSp modSp new mod setBg">
        <pc:chgData name="Alao, Toluwani I" userId="5a2783ac-4db0-4a69-b6bb-eb51845e9ade" providerId="ADAL" clId="{6E8F820F-DCCB-49FF-989D-BEE5C34A25CB}" dt="2026-03-09T14:06:50.533" v="390" actId="14100"/>
        <pc:sldMkLst>
          <pc:docMk/>
          <pc:sldMk cId="2043782637" sldId="271"/>
        </pc:sldMkLst>
        <pc:spChg chg="del">
          <ac:chgData name="Alao, Toluwani I" userId="5a2783ac-4db0-4a69-b6bb-eb51845e9ade" providerId="ADAL" clId="{6E8F820F-DCCB-49FF-989D-BEE5C34A25CB}" dt="2026-03-09T14:06:46.475" v="387" actId="26606"/>
          <ac:spMkLst>
            <pc:docMk/>
            <pc:sldMk cId="2043782637" sldId="271"/>
            <ac:spMk id="2" creationId="{E2194CD0-3F40-C638-FE43-915C4D8E120B}"/>
          </ac:spMkLst>
        </pc:spChg>
        <pc:spChg chg="del">
          <ac:chgData name="Alao, Toluwani I" userId="5a2783ac-4db0-4a69-b6bb-eb51845e9ade" providerId="ADAL" clId="{6E8F820F-DCCB-49FF-989D-BEE5C34A25CB}" dt="2026-03-09T14:06:42.071" v="386" actId="22"/>
          <ac:spMkLst>
            <pc:docMk/>
            <pc:sldMk cId="2043782637" sldId="271"/>
            <ac:spMk id="3" creationId="{833A8CEC-C5AC-B761-8FAE-E84E744FF178}"/>
          </ac:spMkLst>
        </pc:spChg>
        <pc:spChg chg="add">
          <ac:chgData name="Alao, Toluwani I" userId="5a2783ac-4db0-4a69-b6bb-eb51845e9ade" providerId="ADAL" clId="{6E8F820F-DCCB-49FF-989D-BEE5C34A25CB}" dt="2026-03-09T14:06:46.475" v="387" actId="26606"/>
          <ac:spMkLst>
            <pc:docMk/>
            <pc:sldMk cId="2043782637" sldId="271"/>
            <ac:spMk id="10" creationId="{0E99ED6D-365F-4CAE-942F-ECA78F74BD7F}"/>
          </ac:spMkLst>
        </pc:spChg>
        <pc:spChg chg="add">
          <ac:chgData name="Alao, Toluwani I" userId="5a2783ac-4db0-4a69-b6bb-eb51845e9ade" providerId="ADAL" clId="{6E8F820F-DCCB-49FF-989D-BEE5C34A25CB}" dt="2026-03-09T14:06:46.475" v="387" actId="26606"/>
          <ac:spMkLst>
            <pc:docMk/>
            <pc:sldMk cId="2043782637" sldId="271"/>
            <ac:spMk id="12" creationId="{CD0FF873-0D97-4AE7-A97E-539910376DCF}"/>
          </ac:spMkLst>
        </pc:spChg>
        <pc:picChg chg="add mod ord">
          <ac:chgData name="Alao, Toluwani I" userId="5a2783ac-4db0-4a69-b6bb-eb51845e9ade" providerId="ADAL" clId="{6E8F820F-DCCB-49FF-989D-BEE5C34A25CB}" dt="2026-03-09T14:06:50.533" v="390" actId="14100"/>
          <ac:picMkLst>
            <pc:docMk/>
            <pc:sldMk cId="2043782637" sldId="271"/>
            <ac:picMk id="5" creationId="{4419D8C2-8161-CA56-674D-67465AC2CA91}"/>
          </ac:picMkLst>
        </pc:picChg>
      </pc:sldChg>
    </pc:docChg>
  </pc:docChgLst>
  <pc:docChgLst>
    <pc:chgData name="Bastian, Finn C" userId="S::fbastian@albany.edu::4868e3c4-0cd3-49b2-88d6-18987547b325" providerId="AD" clId="Web-{D5D84960-7D8B-DEE6-F1E8-5C079C3B8BBF}"/>
    <pc:docChg chg="addSld delSld modSld sldOrd">
      <pc:chgData name="Bastian, Finn C" userId="S::fbastian@albany.edu::4868e3c4-0cd3-49b2-88d6-18987547b325" providerId="AD" clId="Web-{D5D84960-7D8B-DEE6-F1E8-5C079C3B8BBF}" dt="2026-03-09T14:16:56.342" v="108"/>
      <pc:docMkLst>
        <pc:docMk/>
      </pc:docMkLst>
      <pc:sldChg chg="addSp delSp modSp">
        <pc:chgData name="Bastian, Finn C" userId="S::fbastian@albany.edu::4868e3c4-0cd3-49b2-88d6-18987547b325" providerId="AD" clId="Web-{D5D84960-7D8B-DEE6-F1E8-5C079C3B8BBF}" dt="2026-03-09T14:13:52.842" v="84" actId="20577"/>
        <pc:sldMkLst>
          <pc:docMk/>
          <pc:sldMk cId="1780566260" sldId="257"/>
        </pc:sldMkLst>
        <pc:spChg chg="mod">
          <ac:chgData name="Bastian, Finn C" userId="S::fbastian@albany.edu::4868e3c4-0cd3-49b2-88d6-18987547b325" providerId="AD" clId="Web-{D5D84960-7D8B-DEE6-F1E8-5C079C3B8BBF}" dt="2026-03-09T14:10:47.357" v="26" actId="20577"/>
          <ac:spMkLst>
            <pc:docMk/>
            <pc:sldMk cId="1780566260" sldId="257"/>
            <ac:spMk id="2" creationId="{9BF2FA44-C9CF-B441-0443-B34341CC9E83}"/>
          </ac:spMkLst>
        </pc:spChg>
        <pc:spChg chg="del">
          <ac:chgData name="Bastian, Finn C" userId="S::fbastian@albany.edu::4868e3c4-0cd3-49b2-88d6-18987547b325" providerId="AD" clId="Web-{D5D84960-7D8B-DEE6-F1E8-5C079C3B8BBF}" dt="2026-03-09T14:11:06.951" v="28"/>
          <ac:spMkLst>
            <pc:docMk/>
            <pc:sldMk cId="1780566260" sldId="257"/>
            <ac:spMk id="3" creationId="{A7CB40AF-19AC-8D33-6E3D-FE989AE3DB68}"/>
          </ac:spMkLst>
        </pc:spChg>
        <pc:spChg chg="add del mod">
          <ac:chgData name="Bastian, Finn C" userId="S::fbastian@albany.edu::4868e3c4-0cd3-49b2-88d6-18987547b325" providerId="AD" clId="Web-{D5D84960-7D8B-DEE6-F1E8-5C079C3B8BBF}" dt="2026-03-09T14:11:18.326" v="32"/>
          <ac:spMkLst>
            <pc:docMk/>
            <pc:sldMk cId="1780566260" sldId="257"/>
            <ac:spMk id="8" creationId="{49391904-825B-6FE4-A233-6D2FE3BA7C7C}"/>
          </ac:spMkLst>
        </pc:spChg>
        <pc:spChg chg="add mod">
          <ac:chgData name="Bastian, Finn C" userId="S::fbastian@albany.edu::4868e3c4-0cd3-49b2-88d6-18987547b325" providerId="AD" clId="Web-{D5D84960-7D8B-DEE6-F1E8-5C079C3B8BBF}" dt="2026-03-09T14:13:52.842" v="84" actId="20577"/>
          <ac:spMkLst>
            <pc:docMk/>
            <pc:sldMk cId="1780566260" sldId="257"/>
            <ac:spMk id="9" creationId="{160BC898-80C5-4CD7-7948-B6B64F359DFE}"/>
          </ac:spMkLst>
        </pc:spChg>
        <pc:picChg chg="mod">
          <ac:chgData name="Bastian, Finn C" userId="S::fbastian@albany.edu::4868e3c4-0cd3-49b2-88d6-18987547b325" providerId="AD" clId="Web-{D5D84960-7D8B-DEE6-F1E8-5C079C3B8BBF}" dt="2026-03-09T14:12:03.888" v="44" actId="1076"/>
          <ac:picMkLst>
            <pc:docMk/>
            <pc:sldMk cId="1780566260" sldId="257"/>
            <ac:picMk id="4" creationId="{8DBFCBD5-3F60-84CE-90B0-6BD2EA6E6FFC}"/>
          </ac:picMkLst>
        </pc:picChg>
        <pc:picChg chg="mod">
          <ac:chgData name="Bastian, Finn C" userId="S::fbastian@albany.edu::4868e3c4-0cd3-49b2-88d6-18987547b325" providerId="AD" clId="Web-{D5D84960-7D8B-DEE6-F1E8-5C079C3B8BBF}" dt="2026-03-09T14:12:11.216" v="46" actId="1076"/>
          <ac:picMkLst>
            <pc:docMk/>
            <pc:sldMk cId="1780566260" sldId="257"/>
            <ac:picMk id="5" creationId="{2F878E98-7B01-16D0-7306-D25C743767F5}"/>
          </ac:picMkLst>
        </pc:picChg>
        <pc:picChg chg="mod">
          <ac:chgData name="Bastian, Finn C" userId="S::fbastian@albany.edu::4868e3c4-0cd3-49b2-88d6-18987547b325" providerId="AD" clId="Web-{D5D84960-7D8B-DEE6-F1E8-5C079C3B8BBF}" dt="2026-03-09T14:12:22.326" v="49" actId="1076"/>
          <ac:picMkLst>
            <pc:docMk/>
            <pc:sldMk cId="1780566260" sldId="257"/>
            <ac:picMk id="6" creationId="{CC22A77F-DB96-B8D4-6528-43E239EEB103}"/>
          </ac:picMkLst>
        </pc:picChg>
      </pc:sldChg>
      <pc:sldChg chg="addSp delSp modSp del">
        <pc:chgData name="Bastian, Finn C" userId="S::fbastian@albany.edu::4868e3c4-0cd3-49b2-88d6-18987547b325" providerId="AD" clId="Web-{D5D84960-7D8B-DEE6-F1E8-5C079C3B8BBF}" dt="2026-03-09T14:11:40.888" v="40"/>
        <pc:sldMkLst>
          <pc:docMk/>
          <pc:sldMk cId="996762405" sldId="259"/>
        </pc:sldMkLst>
        <pc:spChg chg="del">
          <ac:chgData name="Bastian, Finn C" userId="S::fbastian@albany.edu::4868e3c4-0cd3-49b2-88d6-18987547b325" providerId="AD" clId="Web-{D5D84960-7D8B-DEE6-F1E8-5C079C3B8BBF}" dt="2026-03-09T14:11:03.888" v="27"/>
          <ac:spMkLst>
            <pc:docMk/>
            <pc:sldMk cId="996762405" sldId="259"/>
            <ac:spMk id="3" creationId="{160BC898-80C5-4CD7-7948-B6B64F359DFE}"/>
          </ac:spMkLst>
        </pc:spChg>
        <pc:spChg chg="add mod">
          <ac:chgData name="Bastian, Finn C" userId="S::fbastian@albany.edu::4868e3c4-0cd3-49b2-88d6-18987547b325" providerId="AD" clId="Web-{D5D84960-7D8B-DEE6-F1E8-5C079C3B8BBF}" dt="2026-03-09T14:11:03.888" v="27"/>
          <ac:spMkLst>
            <pc:docMk/>
            <pc:sldMk cId="996762405" sldId="259"/>
            <ac:spMk id="5" creationId="{F4305A91-5221-83D7-C83D-C40EC4010367}"/>
          </ac:spMkLst>
        </pc:spChg>
      </pc:sldChg>
      <pc:sldChg chg="addSp delSp modSp del">
        <pc:chgData name="Bastian, Finn C" userId="S::fbastian@albany.edu::4868e3c4-0cd3-49b2-88d6-18987547b325" providerId="AD" clId="Web-{D5D84960-7D8B-DEE6-F1E8-5C079C3B8BBF}" dt="2026-03-09T14:12:52.482" v="54"/>
        <pc:sldMkLst>
          <pc:docMk/>
          <pc:sldMk cId="1866320802" sldId="260"/>
        </pc:sldMkLst>
        <pc:spChg chg="del">
          <ac:chgData name="Bastian, Finn C" userId="S::fbastian@albany.edu::4868e3c4-0cd3-49b2-88d6-18987547b325" providerId="AD" clId="Web-{D5D84960-7D8B-DEE6-F1E8-5C079C3B8BBF}" dt="2026-03-09T14:12:50.170" v="53"/>
          <ac:spMkLst>
            <pc:docMk/>
            <pc:sldMk cId="1866320802" sldId="260"/>
            <ac:spMk id="2" creationId="{B6E74F14-B938-CE80-70B4-C6A5B11EAE65}"/>
          </ac:spMkLst>
        </pc:spChg>
        <pc:spChg chg="del mod">
          <ac:chgData name="Bastian, Finn C" userId="S::fbastian@albany.edu::4868e3c4-0cd3-49b2-88d6-18987547b325" providerId="AD" clId="Web-{D5D84960-7D8B-DEE6-F1E8-5C079C3B8BBF}" dt="2026-03-09T14:12:48.232" v="52"/>
          <ac:spMkLst>
            <pc:docMk/>
            <pc:sldMk cId="1866320802" sldId="260"/>
            <ac:spMk id="3" creationId="{A98B3977-D043-B380-5AA9-3C834B665AA1}"/>
          </ac:spMkLst>
        </pc:spChg>
        <pc:spChg chg="add mod">
          <ac:chgData name="Bastian, Finn C" userId="S::fbastian@albany.edu::4868e3c4-0cd3-49b2-88d6-18987547b325" providerId="AD" clId="Web-{D5D84960-7D8B-DEE6-F1E8-5C079C3B8BBF}" dt="2026-03-09T14:12:50.170" v="53"/>
          <ac:spMkLst>
            <pc:docMk/>
            <pc:sldMk cId="1866320802" sldId="260"/>
            <ac:spMk id="5" creationId="{8C02FF9C-0D78-23E0-B3F5-E07463CD75DF}"/>
          </ac:spMkLst>
        </pc:spChg>
      </pc:sldChg>
      <pc:sldChg chg="addSp delSp modSp new ord">
        <pc:chgData name="Bastian, Finn C" userId="S::fbastian@albany.edu::4868e3c4-0cd3-49b2-88d6-18987547b325" providerId="AD" clId="Web-{D5D84960-7D8B-DEE6-F1E8-5C079C3B8BBF}" dt="2026-03-09T13:49:17.994" v="24"/>
        <pc:sldMkLst>
          <pc:docMk/>
          <pc:sldMk cId="24440889" sldId="262"/>
        </pc:sldMkLst>
        <pc:spChg chg="mod">
          <ac:chgData name="Bastian, Finn C" userId="S::fbastian@albany.edu::4868e3c4-0cd3-49b2-88d6-18987547b325" providerId="AD" clId="Web-{D5D84960-7D8B-DEE6-F1E8-5C079C3B8BBF}" dt="2026-03-09T13:47:12.540" v="23" actId="20577"/>
          <ac:spMkLst>
            <pc:docMk/>
            <pc:sldMk cId="24440889" sldId="262"/>
            <ac:spMk id="2" creationId="{B2E6461E-B3EE-3FA7-36D2-5EB90F5AA3A4}"/>
          </ac:spMkLst>
        </pc:spChg>
        <pc:spChg chg="del">
          <ac:chgData name="Bastian, Finn C" userId="S::fbastian@albany.edu::4868e3c4-0cd3-49b2-88d6-18987547b325" providerId="AD" clId="Web-{D5D84960-7D8B-DEE6-F1E8-5C079C3B8BBF}" dt="2026-03-09T13:44:39.429" v="1"/>
          <ac:spMkLst>
            <pc:docMk/>
            <pc:sldMk cId="24440889" sldId="262"/>
            <ac:spMk id="3" creationId="{51901BAD-F1E5-3E72-DE45-F624DDC3C4C8}"/>
          </ac:spMkLst>
        </pc:spChg>
        <pc:picChg chg="add mod">
          <ac:chgData name="Bastian, Finn C" userId="S::fbastian@albany.edu::4868e3c4-0cd3-49b2-88d6-18987547b325" providerId="AD" clId="Web-{D5D84960-7D8B-DEE6-F1E8-5C079C3B8BBF}" dt="2026-03-09T13:47:07.602" v="18" actId="1076"/>
          <ac:picMkLst>
            <pc:docMk/>
            <pc:sldMk cId="24440889" sldId="262"/>
            <ac:picMk id="4" creationId="{72299CC3-2C3E-656C-A9D5-8A92B0734C19}"/>
          </ac:picMkLst>
        </pc:picChg>
      </pc:sldChg>
      <pc:sldChg chg="modSp">
        <pc:chgData name="Bastian, Finn C" userId="S::fbastian@albany.edu::4868e3c4-0cd3-49b2-88d6-18987547b325" providerId="AD" clId="Web-{D5D84960-7D8B-DEE6-F1E8-5C079C3B8BBF}" dt="2026-03-09T14:15:04.388" v="106" actId="20577"/>
        <pc:sldMkLst>
          <pc:docMk/>
          <pc:sldMk cId="3100319028" sldId="265"/>
        </pc:sldMkLst>
        <pc:spChg chg="mod">
          <ac:chgData name="Bastian, Finn C" userId="S::fbastian@albany.edu::4868e3c4-0cd3-49b2-88d6-18987547b325" providerId="AD" clId="Web-{D5D84960-7D8B-DEE6-F1E8-5C079C3B8BBF}" dt="2026-03-09T14:15:04.388" v="106" actId="20577"/>
          <ac:spMkLst>
            <pc:docMk/>
            <pc:sldMk cId="3100319028" sldId="265"/>
            <ac:spMk id="3" creationId="{22E18225-EB3F-3FCB-84BB-CB8AF9858430}"/>
          </ac:spMkLst>
        </pc:spChg>
      </pc:sldChg>
      <pc:sldChg chg="delSp modSp">
        <pc:chgData name="Bastian, Finn C" userId="S::fbastian@albany.edu::4868e3c4-0cd3-49b2-88d6-18987547b325" providerId="AD" clId="Web-{D5D84960-7D8B-DEE6-F1E8-5C079C3B8BBF}" dt="2026-03-09T14:16:56.342" v="108"/>
        <pc:sldMkLst>
          <pc:docMk/>
          <pc:sldMk cId="204332754" sldId="270"/>
        </pc:sldMkLst>
        <pc:spChg chg="del mod">
          <ac:chgData name="Bastian, Finn C" userId="S::fbastian@albany.edu::4868e3c4-0cd3-49b2-88d6-18987547b325" providerId="AD" clId="Web-{D5D84960-7D8B-DEE6-F1E8-5C079C3B8BBF}" dt="2026-03-09T14:16:56.342" v="108"/>
          <ac:spMkLst>
            <pc:docMk/>
            <pc:sldMk cId="204332754" sldId="270"/>
            <ac:spMk id="9" creationId="{BAE93E3B-69BD-45AE-88CB-00B771C5505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252D3020-470E-AF4A-8C72-FA648C0A28CB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352532C0-165C-1C42-8924-6C8FE62C9FD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7860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D3020-470E-AF4A-8C72-FA648C0A28CB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532C0-165C-1C42-8924-6C8FE62C9F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0307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D3020-470E-AF4A-8C72-FA648C0A28CB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532C0-165C-1C42-8924-6C8FE62C9FD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416175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D3020-470E-AF4A-8C72-FA648C0A28CB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532C0-165C-1C42-8924-6C8FE62C9F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8570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D3020-470E-AF4A-8C72-FA648C0A28CB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532C0-165C-1C42-8924-6C8FE62C9F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159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D3020-470E-AF4A-8C72-FA648C0A28CB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532C0-165C-1C42-8924-6C8FE62C9F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607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D3020-470E-AF4A-8C72-FA648C0A28CB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532C0-165C-1C42-8924-6C8FE62C9F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983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D3020-470E-AF4A-8C72-FA648C0A28CB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532C0-165C-1C42-8924-6C8FE62C9F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4634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D3020-470E-AF4A-8C72-FA648C0A28CB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532C0-165C-1C42-8924-6C8FE62C9F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2410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D3020-470E-AF4A-8C72-FA648C0A28CB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532C0-165C-1C42-8924-6C8FE62C9F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5521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D3020-470E-AF4A-8C72-FA648C0A28CB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532C0-165C-1C42-8924-6C8FE62C9F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7588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252D3020-470E-AF4A-8C72-FA648C0A28CB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352532C0-165C-1C42-8924-6C8FE62C9F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953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D92B3-C643-F9BE-D052-2F6D9165F90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  <a:latin typeface="Century Schoolbook"/>
              </a:rPr>
              <a:t>Music Genre Classification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B9B549-6123-A06C-E8D3-81F8D65DC89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Toluwani, Finn, Safwan</a:t>
            </a:r>
          </a:p>
        </p:txBody>
      </p:sp>
    </p:spTree>
    <p:extLst>
      <p:ext uri="{BB962C8B-B14F-4D97-AF65-F5344CB8AC3E}">
        <p14:creationId xmlns:p14="http://schemas.microsoft.com/office/powerpoint/2010/main" val="2110204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2FA44-C9CF-B441-0443-B34341CC9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Intro</a:t>
            </a:r>
          </a:p>
        </p:txBody>
      </p:sp>
      <p:pic>
        <p:nvPicPr>
          <p:cNvPr id="4" name="Picture 3" descr="File:Spotify logo without text.svg - Wikimedia Commons">
            <a:extLst>
              <a:ext uri="{FF2B5EF4-FFF2-40B4-BE49-F238E27FC236}">
                <a16:creationId xmlns:a16="http://schemas.microsoft.com/office/drawing/2014/main" id="{8DBFCBD5-3F60-84CE-90B0-6BD2EA6E6F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6335" y="368935"/>
            <a:ext cx="908050" cy="897890"/>
          </a:xfrm>
          <a:prstGeom prst="rect">
            <a:avLst/>
          </a:prstGeom>
        </p:spPr>
      </p:pic>
      <p:pic>
        <p:nvPicPr>
          <p:cNvPr id="5" name="Picture 4" descr="File:Apple Music icon.svg - Wikimedia Commons">
            <a:extLst>
              <a:ext uri="{FF2B5EF4-FFF2-40B4-BE49-F238E27FC236}">
                <a16:creationId xmlns:a16="http://schemas.microsoft.com/office/drawing/2014/main" id="{2F878E98-7B01-16D0-7306-D25C743767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7861" y="392158"/>
            <a:ext cx="918210" cy="867410"/>
          </a:xfrm>
          <a:prstGeom prst="rect">
            <a:avLst/>
          </a:prstGeom>
        </p:spPr>
      </p:pic>
      <p:pic>
        <p:nvPicPr>
          <p:cNvPr id="6" name="Picture 5" descr="File:Pandora radio logo.png - Wikimedia Commons">
            <a:extLst>
              <a:ext uri="{FF2B5EF4-FFF2-40B4-BE49-F238E27FC236}">
                <a16:creationId xmlns:a16="http://schemas.microsoft.com/office/drawing/2014/main" id="{CC22A77F-DB96-B8D4-6528-43E239EEB1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5694" y="345440"/>
            <a:ext cx="1026160" cy="955040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60BC898-80C5-4CD7-7948-B6B64F359DFE}"/>
              </a:ext>
            </a:extLst>
          </p:cNvPr>
          <p:cNvSpPr>
            <a:spLocks noGrp="1"/>
          </p:cNvSpPr>
          <p:nvPr/>
        </p:nvSpPr>
        <p:spPr>
          <a:xfrm>
            <a:off x="794512" y="195072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20000"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/>
              <a:t>Using the GTZAN Genre Collection.</a:t>
            </a:r>
          </a:p>
          <a:p>
            <a:r>
              <a:rPr lang="en-US" sz="2400"/>
              <a:t>10 genres (Blues, Classical, Country, Disco, Hip-hop, Jazz, Metal, Pop, Reggae, Rock), with 100 tracks per genre.</a:t>
            </a:r>
          </a:p>
          <a:p>
            <a:endParaRPr lang="en-US" sz="2400"/>
          </a:p>
          <a:p>
            <a:pPr marL="0" indent="0">
              <a:buNone/>
            </a:pPr>
            <a:r>
              <a:rPr lang="en-US" sz="2400" b="1"/>
              <a:t>ML Models</a:t>
            </a:r>
          </a:p>
          <a:p>
            <a:r>
              <a:rPr lang="en-US" sz="2400" u="sng"/>
              <a:t>Librosa</a:t>
            </a:r>
          </a:p>
          <a:p>
            <a:r>
              <a:rPr lang="en-US" sz="2000"/>
              <a:t>Traditional signal processing approach</a:t>
            </a:r>
          </a:p>
          <a:p>
            <a:r>
              <a:rPr lang="en-US" sz="2400" u="sng"/>
              <a:t>Image based</a:t>
            </a:r>
          </a:p>
          <a:p>
            <a:pPr marL="342900" indent="-342900"/>
            <a:r>
              <a:rPr lang="en-US" sz="2000"/>
              <a:t>Convert the audio clips into spectrograms and train neural network to classify the genre using sound patterns</a:t>
            </a:r>
          </a:p>
          <a:p>
            <a:pPr marL="342900" indent="-342900"/>
            <a:r>
              <a:rPr lang="en-US" sz="2000"/>
              <a:t>Modern deep learning approach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5662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EA6AE-95FE-ACB0-04EB-175D3DAEE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278" y="-729787"/>
            <a:ext cx="9692640" cy="1325562"/>
          </a:xfrm>
        </p:spPr>
        <p:txBody>
          <a:bodyPr>
            <a:normAutofit/>
          </a:bodyPr>
          <a:lstStyle/>
          <a:p>
            <a:r>
              <a:rPr lang="en-US" sz="4000"/>
              <a:t>Milestones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3A3B3FC-4B64-F7C5-55F0-71615504636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7205091"/>
              </p:ext>
            </p:extLst>
          </p:nvPr>
        </p:nvGraphicFramePr>
        <p:xfrm>
          <a:off x="322278" y="595775"/>
          <a:ext cx="10414884" cy="6178898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207442">
                  <a:extLst>
                    <a:ext uri="{9D8B030D-6E8A-4147-A177-3AD203B41FA5}">
                      <a16:colId xmlns:a16="http://schemas.microsoft.com/office/drawing/2014/main" val="4199689738"/>
                    </a:ext>
                  </a:extLst>
                </a:gridCol>
                <a:gridCol w="5207442">
                  <a:extLst>
                    <a:ext uri="{9D8B030D-6E8A-4147-A177-3AD203B41FA5}">
                      <a16:colId xmlns:a16="http://schemas.microsoft.com/office/drawing/2014/main" val="1808980104"/>
                    </a:ext>
                  </a:extLst>
                </a:gridCol>
              </a:tblGrid>
              <a:tr h="110637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/>
                        <a:t>Milestone 1: Data Architecture &amp; Preprocessing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solidFill>
                            <a:schemeClr val="tx1"/>
                          </a:solidFill>
                        </a:rPr>
                        <a:t>Validate 1,000 GTZAN tracks; handle corrupted </a:t>
                      </a:r>
                      <a:r>
                        <a:rPr lang="en-US" sz="1600" b="0" kern="1200">
                          <a:solidFill>
                            <a:schemeClr val="tx1"/>
                          </a:solidFill>
                        </a:rPr>
                        <a:t>.au</a:t>
                      </a:r>
                      <a:r>
                        <a:rPr lang="en-US" sz="1600" b="0">
                          <a:solidFill>
                            <a:schemeClr val="tx1"/>
                          </a:solidFill>
                        </a:rPr>
                        <a:t> files (e.g., </a:t>
                      </a:r>
                      <a:r>
                        <a:rPr lang="en-US" sz="1600" b="0" kern="1200">
                          <a:solidFill>
                            <a:schemeClr val="tx1"/>
                          </a:solidFill>
                        </a:rPr>
                        <a:t>jazz.00054</a:t>
                      </a:r>
                      <a:r>
                        <a:rPr lang="en-US" sz="1600" b="0">
                          <a:solidFill>
                            <a:schemeClr val="tx1"/>
                          </a:solidFill>
                        </a:rPr>
                        <a:t>). Implement a stratified 70/15/15 split to ensure genre balance across training and testing.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2212306"/>
                  </a:ext>
                </a:extLst>
              </a:tr>
              <a:tr h="136168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/>
                        <a:t>Milestone 2: Multi-Dimensional Feature 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Extract acoustic "fingerprints" using </a:t>
                      </a:r>
                      <a:r>
                        <a:rPr lang="en-US" sz="1600" kern="1200" err="1">
                          <a:solidFill>
                            <a:schemeClr val="dk1"/>
                          </a:solidFill>
                        </a:rPr>
                        <a:t>Librosa</a:t>
                      </a:r>
                      <a:r>
                        <a:rPr lang="en-US" sz="1600"/>
                        <a:t>. Key metrics: MFCCs (timbre), Spectral Centroid (brightness), Chroma (harmony), and RMS Energy (amplitude). Export to structured CSV.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2158367"/>
                  </a:ext>
                </a:extLst>
              </a:tr>
              <a:tr h="136168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/>
                        <a:t>Milestone 3: Traditional ML &amp; Baseline Performance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Benchmark classification using Random Forest and SVM. Apply </a:t>
                      </a:r>
                      <a:r>
                        <a:rPr lang="en-US" sz="1600" kern="1200" err="1">
                          <a:solidFill>
                            <a:schemeClr val="dk1"/>
                          </a:solidFill>
                        </a:rPr>
                        <a:t>StandardScaler</a:t>
                      </a:r>
                      <a:r>
                        <a:rPr lang="en-US" sz="1600"/>
                        <a:t> for normalization. Evaluate via Confusion Matrices to identify "style-overlap" (e.g., Rock vs. Metal).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1881027"/>
                  </a:ext>
                </a:extLst>
              </a:tr>
              <a:tr h="110637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/>
                        <a:t>Milestone 4: Deep Learning &amp; Neural Architectures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Convert audio to Mel-Spectrograms (image-based sound). Train a Convolutional Neural Network (CNN) to "see" musical patterns, leveraging computer vision for higher accuracy.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906851"/>
                  </a:ext>
                </a:extLst>
              </a:tr>
              <a:tr h="124278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/>
                        <a:t>Milestone 5: AI vs. Human Discriminator</a:t>
                      </a:r>
                    </a:p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Pivot to binary classification. Train the model on a new dataset of Suno/</a:t>
                      </a:r>
                      <a:r>
                        <a:rPr lang="en-US" sz="1600" err="1"/>
                        <a:t>Udio</a:t>
                      </a:r>
                      <a:r>
                        <a:rPr lang="en-US" sz="1600"/>
                        <a:t> (AI) vs. GTZAN (Human) to identify "spectral artifacts" unique to generated audio.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88753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329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739E0-7A80-A9CE-52B6-CD5E73605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9680" y="0"/>
            <a:ext cx="9692640" cy="1325562"/>
          </a:xfrm>
        </p:spPr>
        <p:txBody>
          <a:bodyPr>
            <a:norm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b="1"/>
              <a:t>Milestone 1: Data Integrity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433551-0B7E-7977-B67F-9385260477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9680" y="1547038"/>
            <a:ext cx="8595360" cy="4351337"/>
          </a:xfrm>
        </p:spPr>
        <p:txBody>
          <a:bodyPr>
            <a:normAutofit/>
          </a:bodyPr>
          <a:lstStyle/>
          <a:p>
            <a:r>
              <a:rPr lang="en-US" sz="2400"/>
              <a:t>Goal: Prove that your dataset is high-quality and free of technical glitches that ruin models.</a:t>
            </a:r>
          </a:p>
          <a:p>
            <a:r>
              <a:rPr lang="en-US" sz="2400"/>
              <a:t>Action Taken: Implemented an automated Integrity Audit using </a:t>
            </a:r>
            <a:r>
              <a:rPr lang="en-US" sz="2400" err="1"/>
              <a:t>librosa</a:t>
            </a:r>
            <a:r>
              <a:rPr lang="en-US" sz="2400"/>
              <a:t> to bypass the "GTZAN Dead File" issue.</a:t>
            </a:r>
          </a:p>
          <a:p>
            <a:r>
              <a:rPr lang="en-US" sz="2400"/>
              <a:t>The "Why": Standard datasets like GTZAN often contain corrupted headers (notably jazz.00054.au). Processing these without a filter causes "Silent Failures" or crashes during deep learning training.</a:t>
            </a:r>
          </a:p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2557399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213C23-9455-D9D1-F3E3-169928C0B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D5E0904-721C-4D68-9EB8-1C9752E32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0CDF5D3-7220-42A0-9D37-ECF3BF283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0"/>
            <a:ext cx="10835640" cy="51054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4BC717F-58B3-4A4E-BC3B-1B11323AD5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5105400"/>
            <a:ext cx="10835640" cy="1752600"/>
          </a:xfrm>
          <a:prstGeom prst="rect">
            <a:avLst/>
          </a:prstGeom>
          <a:solidFill>
            <a:srgbClr val="3535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FFB768-9A4B-4C93-FEC9-919E4A3B6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4183" y="5181600"/>
            <a:ext cx="10156435" cy="1076324"/>
          </a:xfrm>
        </p:spPr>
        <p:txBody>
          <a:bodyPr vert="horz" lIns="91440" tIns="45720" rIns="91440" bIns="45720" rtlCol="0" anchor="b">
            <a:normAutofit/>
          </a:bodyPr>
          <a:lstStyle/>
          <a:p>
            <a:pPr lvl="0">
              <a:lnSpc>
                <a:spcPct val="85000"/>
              </a:lnSpc>
              <a:defRPr/>
            </a:pPr>
            <a:r>
              <a:rPr lang="en-US" sz="3800" b="1">
                <a:solidFill>
                  <a:srgbClr val="FFFFFF"/>
                </a:solidFill>
              </a:rPr>
              <a:t>Data Integrity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EE75710-64C5-4CA8-8A7C-82EE4125C9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6F6F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B6276517-7512-F9A6-9BDF-E3FE9005BA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825652"/>
            <a:ext cx="9594723" cy="3454098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435050B1-74E1-4A81-923D-0F5971A3BC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899160" cy="6858000"/>
          </a:xfrm>
          <a:prstGeom prst="rect">
            <a:avLst/>
          </a:prstGeom>
          <a:solidFill>
            <a:srgbClr val="3535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0607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C059E0-C5C0-41B9-E9E1-7B3567A57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C7ECE-8A95-9CFE-9EC5-3040110F6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9680" y="430619"/>
            <a:ext cx="9692640" cy="1325562"/>
          </a:xfrm>
        </p:spPr>
        <p:txBody>
          <a:bodyPr>
            <a:normAutofit fontScale="90000"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b="1"/>
              <a:t>Milestone 1: Data Architecture &amp;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E18225-EB3F-3FCB-84BB-CB8AF98584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9680" y="1982973"/>
            <a:ext cx="8595360" cy="435133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/>
              <a:t>Goal: Show prevention of model bias through stratified sampling.</a:t>
            </a:r>
          </a:p>
          <a:p>
            <a:r>
              <a:rPr lang="en-US" sz="2000"/>
              <a:t>Engineered a Stratified 70/15/15 Split to ensure perfectly balanced representation across Training, Validation, and Testing sets.</a:t>
            </a:r>
          </a:p>
          <a:p>
            <a:r>
              <a:rPr lang="en-US" sz="2000"/>
              <a:t>If a model sees more "Rock" than "Jazz" during training, it will develop a bias. Stratification ensures that the 10% frequency of each genre is maintained across all three data subsets.</a:t>
            </a:r>
          </a:p>
          <a:p>
            <a:r>
              <a:rPr lang="en-US" sz="2000"/>
              <a:t>Process Architecture:</a:t>
            </a:r>
          </a:p>
          <a:p>
            <a:pPr lvl="1"/>
            <a:r>
              <a:rPr lang="en-US" sz="1800"/>
              <a:t>Split 1: 70% of each genre allocated to Training.</a:t>
            </a:r>
          </a:p>
          <a:p>
            <a:pPr lvl="1"/>
            <a:r>
              <a:rPr lang="en-US" sz="1800"/>
              <a:t>Split 2: The remaining 30% split 50/50 into Validation (15%) and Testing (15%).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3190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69482-EAF5-1DB0-FFD2-D0CFA9FED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Milestone 2: Feature Extraction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C18178-0583-626C-9768-9D45F0BE71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/>
              <a:t>Action: Developed a Signal Processing pipeline using </a:t>
            </a:r>
            <a:r>
              <a:rPr lang="en-US" sz="2000" err="1"/>
              <a:t>librosa</a:t>
            </a:r>
            <a:r>
              <a:rPr lang="en-US" sz="2000"/>
              <a:t> to reduce dimensionality from 660,000 raw samples per track to 60+ core statistical features.</a:t>
            </a:r>
          </a:p>
          <a:p>
            <a:r>
              <a:rPr lang="en-US" sz="2000"/>
              <a:t>Feature Selection Strategy:</a:t>
            </a:r>
          </a:p>
          <a:p>
            <a:pPr lvl="1"/>
            <a:r>
              <a:rPr lang="en-US" sz="1800"/>
              <a:t>Timbre (MFCCs 1–20): Expanded extraction beyond the standard 13 coefficients. </a:t>
            </a:r>
            <a:r>
              <a:rPr lang="en-US" sz="1800" i="1"/>
              <a:t>Crucial for Milestone 4: High-frequency MFCCs are where AI-generated artifacts typically hide.</a:t>
            </a:r>
            <a:endParaRPr lang="en-US" sz="1800"/>
          </a:p>
          <a:p>
            <a:pPr lvl="1"/>
            <a:r>
              <a:rPr lang="en-US" sz="1800"/>
              <a:t>Brightness (Spectral Centroid): Quantifies the "center of mass" of the frequency spectrum to separate high-energy genres (Metal) from low-energy (Classical).</a:t>
            </a:r>
          </a:p>
          <a:p>
            <a:pPr lvl="1"/>
            <a:r>
              <a:rPr lang="en-US" sz="1800"/>
              <a:t>Rhythm/Energy: Calculated RMS Energy and Amplitude Envelope to capture the track's dynamic range.</a:t>
            </a:r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2817285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74BF5-B4C3-B41C-4F8F-BD3B604AE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Milestone 2: Data Engineering &amp; 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40828C-7392-DC27-B240-F0BC8932E4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i="1"/>
              <a:t>Focus: Evidence of success, data integrity, and preparation for ML.</a:t>
            </a:r>
            <a:endParaRPr lang="en-US"/>
          </a:p>
          <a:p>
            <a:r>
              <a:rPr lang="en-US"/>
              <a:t>Throughput &amp; Success Rate:</a:t>
            </a:r>
          </a:p>
          <a:p>
            <a:pPr lvl="1"/>
            <a:r>
              <a:rPr lang="en-US"/>
              <a:t>Processed 1,000 tracks across 3 splits (Train: 700, Val: 150, Test: 150).</a:t>
            </a:r>
          </a:p>
          <a:p>
            <a:pPr lvl="1"/>
            <a:r>
              <a:rPr lang="en-US"/>
              <a:t>Result: 0% failure rate. Every .au file was successfully parsed into the _features.csv format.</a:t>
            </a:r>
          </a:p>
          <a:p>
            <a:r>
              <a:rPr lang="en-US"/>
              <a:t>Key Coding Adjustments:</a:t>
            </a:r>
          </a:p>
          <a:p>
            <a:pPr lvl="1"/>
            <a:r>
              <a:rPr lang="en-US"/>
              <a:t>Noise Filtering: Implemented </a:t>
            </a:r>
            <a:r>
              <a:rPr lang="en-US" err="1"/>
              <a:t>warnings.filterwarnings</a:t>
            </a:r>
            <a:r>
              <a:rPr lang="en-US"/>
              <a:t>('ignore') to handle specific </a:t>
            </a:r>
            <a:r>
              <a:rPr lang="en-US" err="1"/>
              <a:t>librosa</a:t>
            </a:r>
            <a:r>
              <a:rPr lang="en-US"/>
              <a:t>/</a:t>
            </a:r>
            <a:r>
              <a:rPr lang="en-US" err="1"/>
              <a:t>audioread</a:t>
            </a:r>
            <a:r>
              <a:rPr lang="en-US"/>
              <a:t> metadata warnings, ensuring a clean automated batch process.</a:t>
            </a:r>
          </a:p>
          <a:p>
            <a:pPr lvl="1"/>
            <a:r>
              <a:rPr lang="en-US"/>
              <a:t>Normalization Ready: Prepared data for Milestone 3 by organizing columns so that the Target Variable (Genre) remains attached to the feature vector.</a:t>
            </a:r>
          </a:p>
          <a:p>
            <a:r>
              <a:rPr lang="en-US"/>
              <a:t>Data Summary:</a:t>
            </a:r>
          </a:p>
          <a:p>
            <a:pPr lvl="1"/>
            <a:r>
              <a:rPr lang="en-US"/>
              <a:t>Input: Raw 30s .au files (approx. 1GB total).</a:t>
            </a:r>
          </a:p>
          <a:p>
            <a:pPr lvl="1"/>
            <a:r>
              <a:rPr lang="en-US"/>
              <a:t>Output: Three lightweight CSVs (approx. &lt; 2MB total).</a:t>
            </a:r>
          </a:p>
          <a:p>
            <a:pPr lvl="1"/>
            <a:r>
              <a:rPr lang="en-US"/>
              <a:t>Conclusion: The data is now "ML-Ready"—mathematically dense, labeled, and scaled-ready.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6076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E99ED6D-365F-4CAE-942F-ECA78F74BD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0FF873-0D97-4AE7-A97E-539910376D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12E1BC2-BD8C-AB68-3D9A-E46D016B70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00667" y="1065696"/>
            <a:ext cx="9548706" cy="4726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90319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E99ED6D-365F-4CAE-942F-ECA78F74BD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0FF873-0D97-4AE7-A97E-539910376D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419D8C2-8161-CA56-674D-67465AC2CA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37354" y="281517"/>
            <a:ext cx="8297195" cy="6202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37826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AAB6C-85CD-82B5-904B-FC0512D61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81E1F-2942-E38C-89FC-9A89DC31A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0998" y="2885676"/>
            <a:ext cx="9692640" cy="1325562"/>
          </a:xfrm>
        </p:spPr>
        <p:txBody>
          <a:bodyPr/>
          <a:lstStyle/>
          <a:p>
            <a:r>
              <a:rPr lang="en-US" b="1"/>
              <a:t>Milestone 3:Statistical Modeling &amp; Hyperparameter Optimization</a:t>
            </a:r>
          </a:p>
        </p:txBody>
      </p:sp>
    </p:spTree>
    <p:extLst>
      <p:ext uri="{BB962C8B-B14F-4D97-AF65-F5344CB8AC3E}">
        <p14:creationId xmlns:p14="http://schemas.microsoft.com/office/powerpoint/2010/main" val="2043327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6461E-B3EE-3FA7-36D2-5EB90F5AA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827722"/>
          </a:xfrm>
        </p:spPr>
        <p:txBody>
          <a:bodyPr/>
          <a:lstStyle/>
          <a:p>
            <a:r>
              <a:rPr lang="en-US"/>
              <a:t>Spectrogram Generation</a:t>
            </a:r>
          </a:p>
        </p:txBody>
      </p:sp>
      <p:pic>
        <p:nvPicPr>
          <p:cNvPr id="4" name="Picture 3" descr="A collage of different colored lines&#10;&#10;AI-generated content may be incorrect.">
            <a:extLst>
              <a:ext uri="{FF2B5EF4-FFF2-40B4-BE49-F238E27FC236}">
                <a16:creationId xmlns:a16="http://schemas.microsoft.com/office/drawing/2014/main" id="{72299CC3-2C3E-656C-A9D5-8A92B0734C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342" y="1437828"/>
            <a:ext cx="7976594" cy="492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408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29FDB6-FE2A-04EF-EEBD-FCF0454CF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8B0FD-7DFA-575C-F194-CA3E789D5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827722"/>
          </a:xfrm>
        </p:spPr>
        <p:txBody>
          <a:bodyPr/>
          <a:lstStyle/>
          <a:p>
            <a:r>
              <a:rPr lang="en-US"/>
              <a:t>Spectrogram Generation</a:t>
            </a:r>
          </a:p>
        </p:txBody>
      </p:sp>
      <p:sp>
        <p:nvSpPr>
          <p:cNvPr id="5" name="AutoShape 2">
            <a:extLst>
              <a:ext uri="{FF2B5EF4-FFF2-40B4-BE49-F238E27FC236}">
                <a16:creationId xmlns:a16="http://schemas.microsoft.com/office/drawing/2014/main" id="{5CDCCC55-DC2F-8D89-8CCC-9E00144E874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46" name="Picture 22">
            <a:extLst>
              <a:ext uri="{FF2B5EF4-FFF2-40B4-BE49-F238E27FC236}">
                <a16:creationId xmlns:a16="http://schemas.microsoft.com/office/drawing/2014/main" id="{D1055480-80A6-9E0E-3FDC-0D53CCCF6C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144" y="1494472"/>
            <a:ext cx="9692640" cy="4997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4037045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Project Proposal</Template>
  <TotalTime>0</TotalTime>
  <Words>755</Words>
  <Application>Microsoft Office PowerPoint</Application>
  <PresentationFormat>Widescreen</PresentationFormat>
  <Paragraphs>56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Century Schoolbook</vt:lpstr>
      <vt:lpstr>Wingdings 2</vt:lpstr>
      <vt:lpstr>View</vt:lpstr>
      <vt:lpstr>Music Genre Classification</vt:lpstr>
      <vt:lpstr>Intro</vt:lpstr>
      <vt:lpstr>Milestones</vt:lpstr>
      <vt:lpstr>Milestone 1: Data Integrity </vt:lpstr>
      <vt:lpstr>Data Integrity</vt:lpstr>
      <vt:lpstr>Milestone 1: Data Architecture &amp; Preprocessing</vt:lpstr>
      <vt:lpstr>Milestone 2: Feature Extraction</vt:lpstr>
      <vt:lpstr>Milestone 2: Data Engineering &amp; Validation</vt:lpstr>
      <vt:lpstr>PowerPoint Presentation</vt:lpstr>
      <vt:lpstr>PowerPoint Presentation</vt:lpstr>
      <vt:lpstr>Milestone 3:Statistical Modeling &amp; Hyperparameter Optimization</vt:lpstr>
      <vt:lpstr>Spectrogram Generation</vt:lpstr>
      <vt:lpstr>Spectrogram Generation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Alao, Toluwani I</dc:creator>
  <cp:lastModifiedBy>Shikder, Safwan</cp:lastModifiedBy>
  <cp:revision>2</cp:revision>
  <dcterms:created xsi:type="dcterms:W3CDTF">2026-03-09T13:33:29Z</dcterms:created>
  <dcterms:modified xsi:type="dcterms:W3CDTF">2026-04-13T13:43:17Z</dcterms:modified>
</cp:coreProperties>
</file>